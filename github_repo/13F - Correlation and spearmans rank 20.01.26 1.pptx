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sldIdLst>
    <p:sldId id="316" r:id="rId5"/>
    <p:sldId id="1741" r:id="rId6"/>
    <p:sldId id="1726" r:id="rId7"/>
    <p:sldId id="1727" r:id="rId8"/>
    <p:sldId id="1728" r:id="rId9"/>
    <p:sldId id="1729" r:id="rId10"/>
    <p:sldId id="1730" r:id="rId11"/>
    <p:sldId id="1731" r:id="rId12"/>
    <p:sldId id="1732" r:id="rId13"/>
    <p:sldId id="1755" r:id="rId14"/>
    <p:sldId id="1756" r:id="rId15"/>
    <p:sldId id="173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E2F0D9"/>
    <a:srgbClr val="DEEBF7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4" autoAdjust="0"/>
    <p:restoredTop sz="94660"/>
  </p:normalViewPr>
  <p:slideViewPr>
    <p:cSldViewPr>
      <p:cViewPr>
        <p:scale>
          <a:sx n="58" d="100"/>
          <a:sy n="58" d="100"/>
        </p:scale>
        <p:origin x="1348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A - Staff" userId="db10d28c-ff22-4255-bebd-294122549857" providerId="ADAL" clId="{7F6EC360-B6FE-400C-926A-EE6A118D8CAE}"/>
    <pc:docChg chg="delSld">
      <pc:chgData name="LewisA - Staff" userId="db10d28c-ff22-4255-bebd-294122549857" providerId="ADAL" clId="{7F6EC360-B6FE-400C-926A-EE6A118D8CAE}" dt="2026-01-20T20:43:02.232" v="2" actId="47"/>
      <pc:docMkLst>
        <pc:docMk/>
      </pc:docMkLst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567820627" sldId="25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154455343" sldId="25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49778350" sldId="25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865705437" sldId="26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353179892" sldId="26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73462685" sldId="26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816814819" sldId="26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42356076" sldId="26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591518478" sldId="26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237715439" sldId="27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14631803" sldId="27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177320985" sldId="27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012037314" sldId="27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66732199" sldId="27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42919586" sldId="28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054863355" sldId="28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890698338" sldId="28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040776517" sldId="28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888380986" sldId="28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026809348" sldId="28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17427889" sldId="28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421641399" sldId="28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215152915" sldId="28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496963494" sldId="28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208145575" sldId="29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11678530" sldId="29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096290777" sldId="29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245806393" sldId="29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020195086" sldId="29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136794338" sldId="30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049626263" sldId="30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429542289" sldId="302"/>
        </pc:sldMkLst>
      </pc:sldChg>
      <pc:sldChg chg="del">
        <pc:chgData name="LewisA - Staff" userId="db10d28c-ff22-4255-bebd-294122549857" providerId="ADAL" clId="{7F6EC360-B6FE-400C-926A-EE6A118D8CAE}" dt="2026-01-20T20:42:40.035" v="1" actId="47"/>
        <pc:sldMkLst>
          <pc:docMk/>
          <pc:sldMk cId="2749388628" sldId="304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212436248" sldId="305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565600210" sldId="30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849637163" sldId="30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740410830" sldId="30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000064322" sldId="30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273957288" sldId="31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579882314" sldId="314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797854774" sldId="318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747469696" sldId="319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06879151" sldId="320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543726924" sldId="321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440420107" sldId="322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2854194085" sldId="323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675249347" sldId="32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225950610" sldId="32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162960874" sldId="33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892622378" sldId="33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613154714" sldId="33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825917705" sldId="33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115511232" sldId="33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514833035" sldId="33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042901193" sldId="33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616688258" sldId="33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621855644" sldId="33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06285222" sldId="34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84042114" sldId="34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436625386" sldId="34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806693406" sldId="34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223140588" sldId="34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133444612" sldId="34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776467544" sldId="34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378632966" sldId="34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186808160" sldId="35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277478898" sldId="35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147651923" sldId="35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1925802" sldId="35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07925204" sldId="35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138532350" sldId="35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760673729" sldId="35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424781698" sldId="60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83413898" sldId="60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890074518" sldId="125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881876358" sldId="166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086942674" sldId="169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198365027" sldId="171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356932238" sldId="171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444834163" sldId="171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716516434" sldId="171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22888332" sldId="172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694593901" sldId="172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342556696" sldId="172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775112867" sldId="172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455592866" sldId="1725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297654668" sldId="1734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2039033160" sldId="1735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930760156" sldId="1736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85450316" sldId="1737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57587477" sldId="173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600667474" sldId="173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043699899" sldId="174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305852194" sldId="1742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000001496" sldId="1743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2545336039" sldId="1744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460163204" sldId="1745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689885644" sldId="1746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921587758" sldId="1747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460823708" sldId="1748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272978065" sldId="1749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269752770" sldId="1750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3005596163" sldId="1751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2313438840" sldId="1752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037148746" sldId="1753"/>
        </pc:sldMkLst>
      </pc:sldChg>
      <pc:sldChg chg="del">
        <pc:chgData name="LewisA - Staff" userId="db10d28c-ff22-4255-bebd-294122549857" providerId="ADAL" clId="{7F6EC360-B6FE-400C-926A-EE6A118D8CAE}" dt="2026-01-20T20:43:02.232" v="2" actId="47"/>
        <pc:sldMkLst>
          <pc:docMk/>
          <pc:sldMk cId="1110617192" sldId="1754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953360102" sldId="1757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953301418" sldId="1758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979553125" sldId="1759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3222629652" sldId="1760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740165157" sldId="1761"/>
        </pc:sldMkLst>
      </pc:sldChg>
      <pc:sldChg chg="del">
        <pc:chgData name="LewisA - Staff" userId="db10d28c-ff22-4255-bebd-294122549857" providerId="ADAL" clId="{7F6EC360-B6FE-400C-926A-EE6A118D8CAE}" dt="2026-01-20T20:42:28.259" v="0" actId="47"/>
        <pc:sldMkLst>
          <pc:docMk/>
          <pc:sldMk cId="1936006456" sldId="17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4E756-834F-4B83-8CCA-900EBC91C2D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E03DB-CB1E-4FA9-BA6D-FDC7FA027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4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8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1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13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05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21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903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744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4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11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16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08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00DA6-EAC2-48E9-8B51-DB63682C3A2D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699D1-1FDA-42F3-90BD-845D9F95E8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60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01084D-F1B2-4C00-9FE1-9599D333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99"/>
            <a:ext cx="9144000" cy="2791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1DBB33-3E43-4350-A566-0F231997C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02" y="4221088"/>
            <a:ext cx="8724900" cy="428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7EA8D-F239-43E7-B2FA-21710778E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54" y="4869160"/>
            <a:ext cx="8677275" cy="66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A8FC0E-9FA5-DEA6-E7CA-C60FFB68A585}"/>
              </a:ext>
            </a:extLst>
          </p:cNvPr>
          <p:cNvSpPr txBox="1"/>
          <p:nvPr/>
        </p:nvSpPr>
        <p:spPr>
          <a:xfrm>
            <a:off x="107504" y="1534189"/>
            <a:ext cx="9036496" cy="12845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FAC1E-8480-407D-A46B-BDC2F39ED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330" y="1756243"/>
            <a:ext cx="9144000" cy="2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55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36E216-1DB5-564E-8FAA-5C19243EB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61814" cy="337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9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08B58-C7F6-9DC6-5F75-E00F5E1106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15085" y="764704"/>
            <a:ext cx="8913830" cy="15121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A15ECAD-33DC-15CC-33D5-367BF0152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104"/>
          <a:stretch/>
        </p:blipFill>
        <p:spPr>
          <a:xfrm>
            <a:off x="121956" y="2348880"/>
            <a:ext cx="8913830" cy="144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0D143B-B3C6-4D9E-A413-EC713335F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7732"/>
          <a:stretch/>
        </p:blipFill>
        <p:spPr>
          <a:xfrm>
            <a:off x="354360" y="66507"/>
            <a:ext cx="8435279" cy="16343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CA22FA-10CA-1E9D-60E7-E08877A8F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60" y="3933056"/>
            <a:ext cx="8388208" cy="24482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20EA2C-3AB3-8ABE-DDD6-A249BA0A89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13"/>
          <a:stretch/>
        </p:blipFill>
        <p:spPr>
          <a:xfrm>
            <a:off x="506760" y="1916832"/>
            <a:ext cx="8435279" cy="21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27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9CB071-3C2A-3471-DC41-132B1BF2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42" y="404664"/>
            <a:ext cx="8928315" cy="229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4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ACCDAE-A982-8C85-1D2C-1165C6D3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60648"/>
            <a:ext cx="8175413" cy="56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8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17FB7-AF79-5CCF-D1A8-928542FA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76" y="332656"/>
            <a:ext cx="8914131" cy="56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0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537AC-782A-378A-4C95-8BBDD241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76" y="548680"/>
            <a:ext cx="8712648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32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40F31-38A3-082C-19D3-35879922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0648"/>
            <a:ext cx="832752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5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50DB8-4881-4172-6FB9-5E242620041C}"/>
              </a:ext>
            </a:extLst>
          </p:cNvPr>
          <p:cNvSpPr txBox="1"/>
          <p:nvPr/>
        </p:nvSpPr>
        <p:spPr>
          <a:xfrm>
            <a:off x="6444208" y="260648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23/09/24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B7027-5A12-3924-5AD6-243388BA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8101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58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CED19-74F7-D5D8-25E0-1208C99BB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404664"/>
            <a:ext cx="8045863" cy="3448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D2ECFE-26CE-595F-F324-F564D278F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3933056"/>
            <a:ext cx="7874405" cy="23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4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DD4BB3-1CA3-D0E4-0BE5-301BB041F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3" y="548680"/>
            <a:ext cx="8878373" cy="5760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478FE4-5DC1-667E-99CB-41095C542347}"/>
              </a:ext>
            </a:extLst>
          </p:cNvPr>
          <p:cNvSpPr txBox="1"/>
          <p:nvPr/>
        </p:nvSpPr>
        <p:spPr>
          <a:xfrm>
            <a:off x="1907704" y="0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FF0000"/>
                </a:solidFill>
                <a:highlight>
                  <a:srgbClr val="FFFF00"/>
                </a:highlight>
              </a:rPr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187440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59d16e0-89fe-45ec-aa19-db60bc75a221">
      <Terms xmlns="http://schemas.microsoft.com/office/infopath/2007/PartnerControls"/>
    </lcf76f155ced4ddcb4097134ff3c332f>
    <TaxCatchAll xmlns="6780693a-c005-40bf-9f98-01742db9096a" xsi:nil="true"/>
    <SharedWithUsers xmlns="6780693a-c005-40bf-9f98-01742db9096a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7F2E34A95AB14A99CB6C5FCE0C2F53" ma:contentTypeVersion="21" ma:contentTypeDescription="Create a new document." ma:contentTypeScope="" ma:versionID="c0393f70bd2b6aed8a3c4798159a2a24">
  <xsd:schema xmlns:xsd="http://www.w3.org/2001/XMLSchema" xmlns:xs="http://www.w3.org/2001/XMLSchema" xmlns:p="http://schemas.microsoft.com/office/2006/metadata/properties" xmlns:ns2="659d16e0-89fe-45ec-aa19-db60bc75a221" xmlns:ns3="6780693a-c005-40bf-9f98-01742db9096a" targetNamespace="http://schemas.microsoft.com/office/2006/metadata/properties" ma:root="true" ma:fieldsID="3267aec2aae4d67c1d7b3ec64eea9961" ns2:_="" ns3:_="">
    <xsd:import namespace="659d16e0-89fe-45ec-aa19-db60bc75a221"/>
    <xsd:import namespace="6780693a-c005-40bf-9f98-01742db909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d16e0-89fe-45ec-aa19-db60bc75a2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2bb6481-1791-4218-a986-67cfe29218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80693a-c005-40bf-9f98-01742db9096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a6ca12d-d062-4d9d-88e2-b0206bcf7c98}" ma:internalName="TaxCatchAll" ma:showField="CatchAllData" ma:web="6780693a-c005-40bf-9f98-01742db909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475E89-5D81-47BB-A787-E8B899F5E0D4}">
  <ds:schemaRefs>
    <ds:schemaRef ds:uri="659d16e0-89fe-45ec-aa19-db60bc75a221"/>
    <ds:schemaRef ds:uri="6780693a-c005-40bf-9f98-01742db9096a"/>
    <ds:schemaRef ds:uri="81b6ec17-c596-4e29-8ae6-fb7d5ab7822f"/>
    <ds:schemaRef ds:uri="fa2ceac7-39b7-4a4b-8aea-888390a987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6ABDDC6-20A8-4162-93D1-9BD4A6ECE3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18721C-7098-4019-B39A-95A680B8D2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9d16e0-89fe-45ec-aa19-db60bc75a221"/>
    <ds:schemaRef ds:uri="6780693a-c005-40bf-9f98-01742db909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4825</TotalTime>
  <Words>2</Words>
  <Application>Microsoft Office PowerPoint</Application>
  <PresentationFormat>On-screen Show (4:3)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 Correlation</dc:title>
  <dc:creator>rm</dc:creator>
  <cp:lastModifiedBy>LewisA - Staff</cp:lastModifiedBy>
  <cp:revision>147</cp:revision>
  <dcterms:created xsi:type="dcterms:W3CDTF">2013-08-14T06:42:06Z</dcterms:created>
  <dcterms:modified xsi:type="dcterms:W3CDTF">2026-01-20T20:43:11Z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0x010100BC7F2E34A95AB14A99CB6C5FCE0C2F53</vt:lpwstr>
  </property>
  <property fmtid="{D5CDD505-2E9C-101B-9397-08002B2CF9AE}" pid="3" name="Order">
    <vt:r8>439100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